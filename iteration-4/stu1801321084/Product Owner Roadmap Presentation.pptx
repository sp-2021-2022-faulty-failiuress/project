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0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3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9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1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1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8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3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9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2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5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44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957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95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55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32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5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3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FFA8EA4-9D1D-43D7-9527-CB5FFBECA4BD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E167264-DEEA-4AE0-B63F-CBE995291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28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E705293-5C48-4360-A950-8AE498531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754" y="633434"/>
            <a:ext cx="9957486" cy="1641490"/>
          </a:xfrm>
        </p:spPr>
        <p:txBody>
          <a:bodyPr>
            <a:normAutofit/>
          </a:bodyPr>
          <a:lstStyle/>
          <a:p>
            <a:r>
              <a:rPr lang="en-US" sz="5400" dirty="0"/>
              <a:t>Product Owner Roadmap Presentation</a:t>
            </a:r>
            <a:br>
              <a:rPr lang="en-US" sz="5400" dirty="0"/>
            </a:br>
            <a:endParaRPr lang="en-US" sz="5400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BFB8ABA0-FA64-46A6-8A5B-D656E2AAE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146" y="2174789"/>
            <a:ext cx="7225999" cy="43217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8077F77A-9061-408B-8963-2BD30F3930E7}"/>
              </a:ext>
            </a:extLst>
          </p:cNvPr>
          <p:cNvSpPr txBox="1"/>
          <p:nvPr/>
        </p:nvSpPr>
        <p:spPr>
          <a:xfrm>
            <a:off x="3087836" y="1454179"/>
            <a:ext cx="5424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Georgi Zdravkov Georgiev</a:t>
            </a:r>
          </a:p>
        </p:txBody>
      </p:sp>
    </p:spTree>
    <p:extLst>
      <p:ext uri="{BB962C8B-B14F-4D97-AF65-F5344CB8AC3E}">
        <p14:creationId xmlns:p14="http://schemas.microsoft.com/office/powerpoint/2010/main" val="38189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33CF4E5-6D91-4028-8372-E9985404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413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           Team Organization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22DDB371-23F8-45DD-9D92-8A2399E4A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27" y="1649025"/>
            <a:ext cx="10847173" cy="4843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0430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3D931EE-6670-42C0-948F-757E1624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  Web Application Aspect</a:t>
            </a: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39CB75C-B198-4968-B0D7-B8B7DC242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27" y="1927654"/>
            <a:ext cx="11219935" cy="41518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2144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93F7A55-C8DC-4F19-9344-93EA90B9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Mobile Application Aspect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647F65AA-1E9D-4D37-8D01-E4FFD354D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05" y="2063578"/>
            <a:ext cx="10612395" cy="38800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392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D24915B-7964-4A62-A636-3A944F9A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Testing and Support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A2624CF9-1C24-4615-89AB-0B69E7641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05" y="1964724"/>
            <a:ext cx="10849233" cy="37811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5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A5E7632-4C69-4CBD-A705-74F035BE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Versions Roadmap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C0B81458-3B48-4B51-A4B5-DD705587F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03" y="2150078"/>
            <a:ext cx="11145794" cy="37193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7494126"/>
      </p:ext>
    </p:extLst>
  </p:cSld>
  <p:clrMapOvr>
    <a:masterClrMapping/>
  </p:clrMapOvr>
</p:sld>
</file>

<file path=ppt/theme/theme1.xml><?xml version="1.0" encoding="utf-8"?>
<a:theme xmlns:a="http://schemas.openxmlformats.org/drawingml/2006/main" name="Дълбочина">
  <a:themeElements>
    <a:clrScheme name="Дълбоч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Дълбоч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ълбоч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TM04033923[[fn=Дълбочина]]</Template>
  <TotalTime>28</TotalTime>
  <Words>26</Words>
  <Application>Microsoft Office PowerPoint</Application>
  <PresentationFormat>Широк екран</PresentationFormat>
  <Paragraphs>7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9" baseType="lpstr">
      <vt:lpstr>Arial</vt:lpstr>
      <vt:lpstr>Corbel</vt:lpstr>
      <vt:lpstr>Дълбочина</vt:lpstr>
      <vt:lpstr>Product Owner Roadmap Presentation </vt:lpstr>
      <vt:lpstr>           Team Organization</vt:lpstr>
      <vt:lpstr>     Web Application Aspect</vt:lpstr>
      <vt:lpstr>  Mobile Application Aspect</vt:lpstr>
      <vt:lpstr>   Testing and Support</vt:lpstr>
      <vt:lpstr>  Versions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Owner Roadmap Presentation </dc:title>
  <dc:creator>Georgi Zdravkov</dc:creator>
  <cp:lastModifiedBy>Georgi Zdravkov</cp:lastModifiedBy>
  <cp:revision>1</cp:revision>
  <dcterms:created xsi:type="dcterms:W3CDTF">2021-11-30T13:27:13Z</dcterms:created>
  <dcterms:modified xsi:type="dcterms:W3CDTF">2021-11-30T13:55:33Z</dcterms:modified>
</cp:coreProperties>
</file>